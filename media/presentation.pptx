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08" y="10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Arial"/>
              </a:rPr>
              <a:t>Приложение для напоминалок</a:t>
            </a:r>
            <a:endParaRPr dirty="0">
              <a:latin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0652" y="5849724"/>
            <a:ext cx="6400800" cy="1752600"/>
          </a:xfrm>
        </p:spPr>
        <p:txBody>
          <a:bodyPr>
            <a:normAutofit/>
          </a:bodyPr>
          <a:lstStyle/>
          <a:p>
            <a:pPr algn="r"/>
            <a:r>
              <a:rPr lang="ru-RU" sz="2400" dirty="0">
                <a:solidFill>
                  <a:schemeClr val="tx1"/>
                </a:solidFill>
                <a:latin typeface="Arial"/>
              </a:rPr>
              <a:t>Ровшанов Мекан</a:t>
            </a:r>
          </a:p>
          <a:p>
            <a:pPr algn="r"/>
            <a:r>
              <a:rPr lang="ru-RU" sz="2400" dirty="0">
                <a:solidFill>
                  <a:schemeClr val="tx1"/>
                </a:solidFill>
                <a:latin typeface="Arial"/>
              </a:rPr>
              <a:t>6 группа, 3 курс, ФКН</a:t>
            </a:r>
            <a:endParaRPr sz="2400" dirty="0"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Идея и 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7882" cy="4525963"/>
          </a:xfrm>
        </p:spPr>
        <p:txBody>
          <a:bodyPr/>
          <a:lstStyle/>
          <a:p>
            <a:r>
              <a:rPr dirty="0" err="1">
                <a:latin typeface="Arial"/>
              </a:rPr>
              <a:t>Часто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забываем</a:t>
            </a:r>
            <a:r>
              <a:rPr dirty="0">
                <a:latin typeface="Arial"/>
              </a:rPr>
              <a:t> о </a:t>
            </a:r>
            <a:r>
              <a:rPr dirty="0" err="1">
                <a:latin typeface="Arial"/>
              </a:rPr>
              <a:t>задачах</a:t>
            </a:r>
            <a:r>
              <a:rPr dirty="0">
                <a:latin typeface="Arial"/>
              </a:rPr>
              <a:t> и </a:t>
            </a:r>
            <a:r>
              <a:rPr dirty="0" err="1">
                <a:latin typeface="Arial"/>
              </a:rPr>
              <a:t>событиях</a:t>
            </a:r>
            <a:endParaRPr dirty="0">
              <a:latin typeface="Arial"/>
            </a:endParaRPr>
          </a:p>
          <a:p>
            <a:r>
              <a:rPr dirty="0" err="1">
                <a:latin typeface="Arial"/>
              </a:rPr>
              <a:t>Нужен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быстрый</a:t>
            </a:r>
            <a:r>
              <a:rPr dirty="0">
                <a:latin typeface="Arial"/>
              </a:rPr>
              <a:t> и </a:t>
            </a:r>
            <a:r>
              <a:rPr dirty="0" err="1">
                <a:latin typeface="Arial"/>
              </a:rPr>
              <a:t>простой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способ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планировать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напоминания</a:t>
            </a:r>
            <a:endParaRPr dirty="0">
              <a:latin typeface="Arial"/>
            </a:endParaRPr>
          </a:p>
          <a:p>
            <a:r>
              <a:rPr dirty="0" err="1">
                <a:latin typeface="Arial"/>
              </a:rPr>
              <a:t>Упор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на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минимальные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действия</a:t>
            </a:r>
            <a:r>
              <a:rPr dirty="0">
                <a:latin typeface="Arial"/>
              </a:rPr>
              <a:t> и </a:t>
            </a:r>
            <a:r>
              <a:rPr dirty="0" err="1">
                <a:latin typeface="Arial"/>
              </a:rPr>
              <a:t>понятный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интерфейс</a:t>
            </a:r>
            <a:endParaRPr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Цель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Arial"/>
              </a:rPr>
              <a:t>Быстрое создание и управление напоминаниями</a:t>
            </a:r>
          </a:p>
          <a:p>
            <a:r>
              <a:rPr>
                <a:latin typeface="Arial"/>
              </a:rPr>
              <a:t>Надежные уведомления в нужное время</a:t>
            </a:r>
          </a:p>
          <a:p>
            <a:r>
              <a:rPr>
                <a:latin typeface="Arial"/>
              </a:rPr>
              <a:t>Гибкие настройки (формат времени, включение/выключение уведомлений)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Основной функционал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Arial"/>
              </a:rPr>
              <a:t>Создание напоминания: название, дата, время, заметка, частота</a:t>
            </a:r>
          </a:p>
          <a:p>
            <a:r>
              <a:rPr>
                <a:latin typeface="Arial"/>
              </a:rPr>
              <a:t>Редактирование и удаление напоминаний</a:t>
            </a:r>
          </a:p>
          <a:p>
            <a:r>
              <a:rPr>
                <a:latin typeface="Arial"/>
              </a:rPr>
              <a:t>Список напоминаний с группировкой по годам</a:t>
            </a:r>
          </a:p>
          <a:p>
            <a:r>
              <a:rPr>
                <a:latin typeface="Arial"/>
              </a:rPr>
              <a:t>Блок "Nearest date" с таймером до ближайшего события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Уведомления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Arial"/>
              </a:rPr>
              <a:t>Локальные уведомления через WorkManager</a:t>
            </a:r>
          </a:p>
          <a:p>
            <a:r>
              <a:rPr>
                <a:latin typeface="Arial"/>
              </a:rPr>
              <a:t>Канал уведомлений создается при старте приложения</a:t>
            </a:r>
          </a:p>
          <a:p>
            <a:r>
              <a:rPr>
                <a:latin typeface="Arial"/>
              </a:rPr>
              <a:t>Поддержка разовой и повторяющейся (daily/weekly) логики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Экран создания напоминания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Arial"/>
              </a:rPr>
              <a:t>Выбор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времени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через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TimePicker</a:t>
            </a:r>
            <a:endParaRPr dirty="0">
              <a:latin typeface="Arial"/>
            </a:endParaRPr>
          </a:p>
          <a:p>
            <a:r>
              <a:rPr dirty="0" err="1">
                <a:latin typeface="Arial"/>
              </a:rPr>
              <a:t>Форматы</a:t>
            </a:r>
            <a:r>
              <a:rPr dirty="0">
                <a:latin typeface="Arial"/>
              </a:rPr>
              <a:t> 12/24 </a:t>
            </a:r>
            <a:r>
              <a:rPr dirty="0" err="1">
                <a:latin typeface="Arial"/>
              </a:rPr>
              <a:t>часа</a:t>
            </a:r>
            <a:endParaRPr dirty="0">
              <a:latin typeface="Arial"/>
            </a:endParaRPr>
          </a:p>
          <a:p>
            <a:r>
              <a:rPr dirty="0" err="1">
                <a:latin typeface="Arial"/>
              </a:rPr>
              <a:t>Частота</a:t>
            </a:r>
            <a:r>
              <a:rPr dirty="0">
                <a:latin typeface="Arial"/>
              </a:rPr>
              <a:t>: One time / Daily / Weekly / Custom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rial"/>
              </a:rPr>
              <a:t>Дизайн</a:t>
            </a:r>
            <a:endParaRPr dirty="0"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642701" cy="4525963"/>
          </a:xfrm>
        </p:spPr>
        <p:txBody>
          <a:bodyPr/>
          <a:lstStyle/>
          <a:p>
            <a:r>
              <a:rPr dirty="0" err="1">
                <a:latin typeface="Arial"/>
              </a:rPr>
              <a:t>Светлая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тема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оранжевый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цвет</a:t>
            </a:r>
            <a:endParaRPr dirty="0">
              <a:latin typeface="Arial"/>
            </a:endParaRPr>
          </a:p>
          <a:p>
            <a:r>
              <a:rPr dirty="0" err="1">
                <a:latin typeface="Arial"/>
              </a:rPr>
              <a:t>Шрифт</a:t>
            </a:r>
            <a:r>
              <a:rPr dirty="0">
                <a:latin typeface="Arial"/>
              </a:rPr>
              <a:t> Poppins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5A6937-E5C6-183A-D4C8-B385E37C6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7" y="1123857"/>
            <a:ext cx="2347333" cy="50023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14047" cy="4525963"/>
          </a:xfrm>
        </p:spPr>
        <p:txBody>
          <a:bodyPr/>
          <a:lstStyle/>
          <a:p>
            <a:r>
              <a:rPr dirty="0">
                <a:latin typeface="Arial"/>
              </a:rPr>
              <a:t>MVVM (</a:t>
            </a:r>
            <a:r>
              <a:rPr dirty="0" err="1">
                <a:latin typeface="Arial"/>
              </a:rPr>
              <a:t>ViewModel</a:t>
            </a:r>
            <a:r>
              <a:rPr dirty="0">
                <a:latin typeface="Arial"/>
              </a:rPr>
              <a:t> + </a:t>
            </a:r>
            <a:r>
              <a:rPr dirty="0" err="1">
                <a:latin typeface="Arial"/>
              </a:rPr>
              <a:t>StateFlow</a:t>
            </a:r>
            <a:r>
              <a:rPr dirty="0">
                <a:latin typeface="Arial"/>
              </a:rPr>
              <a:t>)</a:t>
            </a:r>
          </a:p>
          <a:p>
            <a:r>
              <a:rPr dirty="0">
                <a:latin typeface="Arial"/>
              </a:rPr>
              <a:t>DI </a:t>
            </a:r>
            <a:r>
              <a:rPr dirty="0" err="1">
                <a:latin typeface="Arial"/>
              </a:rPr>
              <a:t>через</a:t>
            </a:r>
            <a:r>
              <a:rPr dirty="0">
                <a:latin typeface="Arial"/>
              </a:rPr>
              <a:t> Hilt</a:t>
            </a:r>
          </a:p>
          <a:p>
            <a:r>
              <a:rPr dirty="0" err="1">
                <a:latin typeface="Arial"/>
              </a:rPr>
              <a:t>Навигация</a:t>
            </a:r>
            <a:r>
              <a:rPr dirty="0">
                <a:latin typeface="Arial"/>
              </a:rPr>
              <a:t>: Navigation Compos</a:t>
            </a:r>
            <a:r>
              <a:rPr lang="en-AU" dirty="0">
                <a:latin typeface="Arial"/>
              </a:rPr>
              <a:t>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A70CA-9505-AE36-978D-2F004C845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804" y="1600200"/>
            <a:ext cx="3045384" cy="42175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Arial"/>
              </a:rPr>
              <a:t>Проект закрывает базовую потребность в напоминаниях</a:t>
            </a:r>
          </a:p>
          <a:p>
            <a:r>
              <a:rPr>
                <a:latin typeface="Arial"/>
              </a:rPr>
              <a:t>Чистая архитектура и современный стек</a:t>
            </a:r>
          </a:p>
          <a:p>
            <a:r>
              <a:rPr>
                <a:latin typeface="Arial"/>
              </a:rPr>
              <a:t>Хорошая основа для развития (синхронизация, push, календарь)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179</Words>
  <Application>Microsoft Office PowerPoint</Application>
  <PresentationFormat>On-screen Show (4:3)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Приложение для напоминалок</vt:lpstr>
      <vt:lpstr>Идея и проблема</vt:lpstr>
      <vt:lpstr>Цель проекта</vt:lpstr>
      <vt:lpstr>Основной функционал</vt:lpstr>
      <vt:lpstr>Уведомления</vt:lpstr>
      <vt:lpstr>Экран создания напоминания</vt:lpstr>
      <vt:lpstr>Дизайн</vt:lpstr>
      <vt:lpstr>Архитектура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Вениамин Гребенев</cp:lastModifiedBy>
  <cp:revision>2</cp:revision>
  <dcterms:created xsi:type="dcterms:W3CDTF">2013-01-27T09:14:16Z</dcterms:created>
  <dcterms:modified xsi:type="dcterms:W3CDTF">2026-01-10T18:25:23Z</dcterms:modified>
  <cp:category/>
</cp:coreProperties>
</file>