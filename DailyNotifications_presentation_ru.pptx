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Arial"/>
              </a:rPr>
              <a:t>DailyNotifications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rial"/>
              </a:rPr>
              <a:t>Android-?????????? ??? ?????????? ???????????</a:t>
            </a:r>
          </a:p>
          <a:p>
            <a:r>
              <a:rPr>
                <a:latin typeface="Arial"/>
              </a:rPr>
              <a:t>Kotlin + Jetpack Compose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 ? 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????? ???????? ? ??????? ? ????????</a:t>
            </a:r>
          </a:p>
          <a:p>
            <a:pPr/>
            <a:r>
              <a:rPr>
                <a:latin typeface="Arial"/>
              </a:rPr>
              <a:t>????? ??????? ? ??????? ?????? ??????????? ???????????</a:t>
            </a:r>
          </a:p>
          <a:p>
            <a:pPr/>
            <a:r>
              <a:rPr>
                <a:latin typeface="Arial"/>
              </a:rPr>
              <a:t>???? ?? ??????????? ???????? ? ???????? ?????????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??????? ???????? ? ?????????? ?????????????</a:t>
            </a:r>
          </a:p>
          <a:p>
            <a:pPr/>
            <a:r>
              <a:rPr>
                <a:latin typeface="Arial"/>
              </a:rPr>
              <a:t>???????? ??????????? ? ?????? ?????</a:t>
            </a:r>
          </a:p>
          <a:p>
            <a:pPr/>
            <a:r>
              <a:rPr>
                <a:latin typeface="Arial"/>
              </a:rPr>
              <a:t>?????? ????????? (?????? ???????, ?????????/?????????? ???????????)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???????? 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???????? ???????????: ????????, ????, ?????, ???????, ???????</a:t>
            </a:r>
          </a:p>
          <a:p>
            <a:pPr/>
            <a:r>
              <a:rPr>
                <a:latin typeface="Arial"/>
              </a:rPr>
              <a:t>?????????????? ? ???????? ???????????</a:t>
            </a:r>
          </a:p>
          <a:p>
            <a:pPr/>
            <a:r>
              <a:rPr>
                <a:latin typeface="Arial"/>
              </a:rPr>
              <a:t>?????? ??????????? ? ???????????? ?? ?????</a:t>
            </a:r>
          </a:p>
          <a:p>
            <a:pPr/>
            <a:r>
              <a:rPr>
                <a:latin typeface="Arial"/>
              </a:rPr>
              <a:t>???? "Nearest date" ? ???????? ?? ?????????? ???????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??????????? ?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???? ? ???????????</a:t>
            </a:r>
          </a:p>
          <a:p>
            <a:pPr/>
            <a:r>
              <a:rPr>
                <a:latin typeface="Arial"/>
              </a:rPr>
              <a:t>???????? ????? (Skip)</a:t>
            </a:r>
          </a:p>
          <a:p>
            <a:pPr/>
            <a:r>
              <a:rPr>
                <a:latin typeface="Arial"/>
              </a:rPr>
              <a:t>??????? ? ?????????? ????????????</a:t>
            </a:r>
          </a:p>
          <a:p>
            <a:pPr/>
            <a:r>
              <a:rPr>
                <a:latin typeface="Arial"/>
              </a:rPr>
              <a:t>?????? 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????????? ??????????? ????? WorkManager</a:t>
            </a:r>
          </a:p>
          <a:p>
            <a:pPr/>
            <a:r>
              <a:rPr>
                <a:latin typeface="Arial"/>
              </a:rPr>
              <a:t>????? ??????????? ????????? ??? ?????? ??????????</a:t>
            </a:r>
          </a:p>
          <a:p>
            <a:pPr/>
            <a:r>
              <a:rPr>
                <a:latin typeface="Arial"/>
              </a:rPr>
              <a:t>????????? ??????? ? ????????????? (daily/weekly) ??????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 ???????? ???????????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????? ????? ???? ? ???????</a:t>
            </a:r>
          </a:p>
          <a:p>
            <a:pPr/>
            <a:r>
              <a:rPr>
                <a:latin typeface="Arial"/>
              </a:rPr>
              <a:t>????? ??????? ????? TimePicker</a:t>
            </a:r>
          </a:p>
          <a:p>
            <a:pPr/>
            <a:r>
              <a:rPr>
                <a:latin typeface="Arial"/>
              </a:rPr>
              <a:t>??????? 12/24 ????</a:t>
            </a:r>
          </a:p>
          <a:p>
            <a:pPr/>
            <a:r>
              <a:rPr>
                <a:latin typeface="Arial"/>
              </a:rPr>
              <a:t>???????: One time / Daily / Weekly / Custom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?????? ? ?????????? 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??????? ????, ????????? ????????? ????</a:t>
            </a:r>
          </a:p>
          <a:p>
            <a:pPr/>
            <a:r>
              <a:rPr>
                <a:latin typeface="Arial"/>
              </a:rPr>
              <a:t>????? Poppins (?????? ?????)</a:t>
            </a:r>
          </a:p>
          <a:p>
            <a:pPr/>
            <a:r>
              <a:rPr>
                <a:latin typeface="Arial"/>
              </a:rPr>
              <a:t>??????????? ???????? ? ??????, ??????? ?????????</a:t>
            </a:r>
          </a:p>
          <a:p>
            <a:pPr/>
            <a:r>
              <a:rPr>
                <a:latin typeface="Arial"/>
              </a:rPr>
              <a:t>Bottom bar ? ??????????? ????????? ??????? +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MVVM (ViewModel + StateFlow)</a:t>
            </a:r>
          </a:p>
          <a:p>
            <a:pPr/>
            <a:r>
              <a:rPr>
                <a:latin typeface="Arial"/>
              </a:rPr>
              <a:t>DI ????? Hilt</a:t>
            </a:r>
          </a:p>
          <a:p>
            <a:pPr/>
            <a:r>
              <a:rPr>
                <a:latin typeface="Arial"/>
              </a:rPr>
              <a:t>?????????: Navigation Compose</a:t>
            </a:r>
          </a:p>
          <a:p>
            <a:pPr/>
            <a:r>
              <a:rPr>
                <a:latin typeface="Arial"/>
              </a:rPr>
              <a:t>?????????? ?? core / data /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?????? ? 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Room ???? ??????: ??????? reminders</a:t>
            </a:r>
          </a:p>
          <a:p>
            <a:pPr/>
            <a:r>
              <a:rPr>
                <a:latin typeface="Arial"/>
              </a:rPr>
              <a:t>????? ??????????? ? ?????????? (email/guest)</a:t>
            </a:r>
          </a:p>
          <a:p>
            <a:pPr/>
            <a:r>
              <a:rPr>
                <a:latin typeface="Arial"/>
              </a:rPr>
              <a:t>??????????? RoomReminderRepository</a:t>
            </a:r>
          </a:p>
          <a:p>
            <a:pPr/>
            <a:r>
              <a:rPr>
                <a:latin typeface="Arial"/>
              </a:rPr>
              <a:t>??????????? ???????? ? SharedPreferences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?????????? ?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MockBackendApi ??? ???????? ???????????</a:t>
            </a:r>
          </a:p>
          <a:p>
            <a:pPr/>
            <a:r>
              <a:rPr>
                <a:latin typeface="Arial"/>
              </a:rPr>
              <a:t>MockReminderApi ??? ???????? API</a:t>
            </a:r>
          </a:p>
          <a:p>
            <a:pPr/>
            <a:r>
              <a:rPr>
                <a:latin typeface="Arial"/>
              </a:rPr>
              <a:t>??????????? ?????????? ?? ???????? ??????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"/>
              </a:rPr>
              <a:t>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Arial"/>
              </a:rPr>
              <a:t>?????? ????????? ??????? ??????????? ? ????????????</a:t>
            </a:r>
          </a:p>
          <a:p>
            <a:pPr/>
            <a:r>
              <a:rPr>
                <a:latin typeface="Arial"/>
              </a:rPr>
              <a:t>?????? ??????????? ? ??????????? ????</a:t>
            </a:r>
          </a:p>
          <a:p>
            <a:pPr/>
            <a:r>
              <a:rPr>
                <a:latin typeface="Arial"/>
              </a:rPr>
              <a:t>??????? ?????? ??? ???????? (?????????????, push, ?????????)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